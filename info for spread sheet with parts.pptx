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ADB9C-6E2A-0B63-A187-0BA7A4D18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D75EDF-58DB-B861-DA34-AAD6A6C8F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D2DC6B-59C4-7CD8-DFA1-36CD3884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A093DA-E01A-8473-D67A-F573B2BF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BBBEEE-1739-9CB7-0F38-4492EBE0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55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D32CF-0166-3F3B-A089-9BF7ADF9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FBD9AF-09C6-D147-2638-09B50F4AE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DFD9C2-79CF-E3AF-865B-E40C22AA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387A55-EB9C-F707-5782-3DE234FA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50E4E1-2720-BBB7-DB4D-D4A1F46D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33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B257DA-73B5-0FE5-128A-FC28A42A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9917D5-5B95-97BB-C9CC-F6254D148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E744DF-E567-FDA8-5CB0-24CF32678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1A4153-70C7-732B-1BE4-3B797E153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5507B1-3332-6882-B55C-0B36A10A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62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7C841-3495-E280-C3F8-64B95432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BA57CB-650B-EB56-E46E-C94817C1E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25FCFC-6ED7-5814-8508-97A0A4AF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5041BC-7D68-4770-F3E6-067DCF96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C97182-01AA-B16A-DAEF-CDD99165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2EE00F-D108-AD3E-48E4-DD4EDB6C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78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6E6CE-7206-A5F4-8561-F52F92C6A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FCB17B-94F3-5986-3D31-A04621FFC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6956A8-0BEA-3446-1B37-EE72701B3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638D77-785A-2D39-1D62-C487DB71C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F1DE112-6B39-AA08-BCF0-A48B00BFE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90BFC7-D643-9CDA-1C2F-5A9D4AD9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929AF4C-6EB5-E6B4-D85E-9F5409EB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1D2360-D704-D978-AD90-AFA99B0A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2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46084-71B9-55E0-25FB-33716CD4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08D7CF-00EA-61DC-0B5B-E9616478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01F4A5-5C6D-ED52-CCCD-EA50CA56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36EAC0-2B83-7D14-5AAB-57E4A96A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7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0B9DCA-1D4C-56DF-2602-E7FD3EF0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3EE482-D49D-5DE7-0351-253A984A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6E78EC-5C1A-D448-BE2B-E5CD2232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88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23DD16-D6E3-B667-306D-06B0ACDB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9A48E-F128-3AB9-B85B-01D058D46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A94ED5-BB25-278E-AB99-F178123AD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69F1D2-5D7B-02FA-CD3F-8C5BCCC3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24E81B-097B-F3D0-814A-5EFFDD48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CC306A-BF16-A505-18DF-E25476AB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466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F706F-9F88-60CD-8579-6DB9DE21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A2A903-CE0D-2FD0-11F7-EFDC47F68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100775-DFEF-DEA8-4279-0610F8B9E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DB2170-5C32-EFCF-D48F-B2EB6902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FAE839-5E92-2B67-B2AA-2A3AE064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087872-48C7-E62C-094A-2374FA2B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04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8BDB2D-CF34-7F1B-775D-4C08F311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A21032-12A0-2D45-C62F-BCBE1E543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351BE4-2BB6-335B-3088-694A20F8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B26EA9-8181-4858-945B-41510A01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86DF6B-3BF7-2EF5-F6A8-8D86126A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37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10654B-C651-7570-B7D0-22E1B9D29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CCE055-F58A-AC64-9E83-7864324FB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0C938A-EBD5-2A2B-9F1C-9C952E19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0FEFD2-B9E8-4E9A-36D5-886DF78A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AE23F8-B811-1C56-A5F1-CAF8BA2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25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1ACF21-5304-E537-C9C7-49B3A31B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9F018D-FB07-2911-793F-B2A38E1F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20C55C-E24D-68D1-EE02-6EDBF295B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34DC5-6A77-4A69-ABC3-20B349EA68B3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ED8102-4E4C-0ECD-32BD-9E366B7A1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EED84C-E75C-F545-0AC7-F2C3466FD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CD726-9B20-41E1-B5A7-30F4D6654C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64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D87C26FD-27F5-CCF2-7FE3-603A1769B0FC}"/>
              </a:ext>
            </a:extLst>
          </p:cNvPr>
          <p:cNvSpPr txBox="1"/>
          <p:nvPr/>
        </p:nvSpPr>
        <p:spPr>
          <a:xfrm>
            <a:off x="2023009" y="833480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bold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background</a:t>
            </a:r>
            <a:r>
              <a:rPr lang="de-DE" b="1" dirty="0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b="1" dirty="0" err="1">
                <a:solidFill>
                  <a:srgbClr val="0070C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endParaRPr lang="de-DE" b="1" dirty="0">
              <a:solidFill>
                <a:srgbClr val="0070C0"/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6CAE259-5D79-2CF2-9D58-A36D5D3CA1D2}"/>
              </a:ext>
            </a:extLst>
          </p:cNvPr>
          <p:cNvSpPr txBox="1"/>
          <p:nvPr/>
        </p:nvSpPr>
        <p:spPr>
          <a:xfrm>
            <a:off x="2538202" y="2698296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de-D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</a:t>
            </a:r>
            <a:r>
              <a:rPr lang="de-D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endParaRPr lang="de-D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DEFB281-DE72-49EE-604C-CF3EED4AEDA5}"/>
              </a:ext>
            </a:extLst>
          </p:cNvPr>
          <p:cNvSpPr txBox="1"/>
          <p:nvPr/>
        </p:nvSpPr>
        <p:spPr>
          <a:xfrm>
            <a:off x="2538202" y="1207589"/>
            <a:ext cx="4257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</a:t>
            </a:r>
            <a:r>
              <a:rPr lang="de-DE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de-DE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bold</a:t>
            </a:r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italic</a:t>
            </a:r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</a:t>
            </a:r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r>
              <a:rPr lang="de-DE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endParaRPr lang="de-DE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488300-0CC3-5D02-CAAE-66E07EBE8F54}"/>
              </a:ext>
            </a:extLst>
          </p:cNvPr>
          <p:cNvSpPr txBox="1"/>
          <p:nvPr/>
        </p:nvSpPr>
        <p:spPr>
          <a:xfrm>
            <a:off x="3053395" y="1577666"/>
            <a:ext cx="575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minor </a:t>
            </a:r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bold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italic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underline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</a:t>
            </a:r>
            <a:r>
              <a:rPr lang="de-DE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b="1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endParaRPr lang="de-DE" b="1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4A42B06-4F57-DC14-B01F-4C9760F02814}"/>
              </a:ext>
            </a:extLst>
          </p:cNvPr>
          <p:cNvSpPr txBox="1"/>
          <p:nvPr/>
        </p:nvSpPr>
        <p:spPr>
          <a:xfrm>
            <a:off x="3568588" y="1951038"/>
            <a:ext cx="5796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minor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italic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underline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</a:t>
            </a:r>
            <a:r>
              <a:rPr lang="de-DE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i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endParaRPr lang="de-DE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D56853-C028-F00A-787E-2354FE2A4271}"/>
              </a:ext>
            </a:extLst>
          </p:cNvPr>
          <p:cNvSpPr txBox="1"/>
          <p:nvPr/>
        </p:nvSpPr>
        <p:spPr>
          <a:xfrm>
            <a:off x="3053395" y="2324925"/>
            <a:ext cx="430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de-D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minor </a:t>
            </a:r>
            <a:r>
              <a:rPr lang="de-DE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de-D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de-DE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italic</a:t>
            </a:r>
            <a:r>
              <a:rPr lang="de-D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de-DE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</a:t>
            </a:r>
            <a:r>
              <a:rPr lang="de-DE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colour</a:t>
            </a:r>
            <a:endParaRPr lang="de-DE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E433D110-9B7B-2574-AF30-556B9E325B83}"/>
              </a:ext>
            </a:extLst>
          </p:cNvPr>
          <p:cNvCxnSpPr/>
          <p:nvPr/>
        </p:nvCxnSpPr>
        <p:spPr>
          <a:xfrm>
            <a:off x="2160573" y="1202812"/>
            <a:ext cx="0" cy="169200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AA639F8-F1CF-03F0-2AF9-A307CC8D29E0}"/>
              </a:ext>
            </a:extLst>
          </p:cNvPr>
          <p:cNvCxnSpPr>
            <a:cxnSpLocks/>
          </p:cNvCxnSpPr>
          <p:nvPr/>
        </p:nvCxnSpPr>
        <p:spPr>
          <a:xfrm>
            <a:off x="2669023" y="1576921"/>
            <a:ext cx="0" cy="97200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F31DFA4A-A106-77BD-425A-00493A1F8B5B}"/>
              </a:ext>
            </a:extLst>
          </p:cNvPr>
          <p:cNvCxnSpPr>
            <a:cxnSpLocks/>
          </p:cNvCxnSpPr>
          <p:nvPr/>
        </p:nvCxnSpPr>
        <p:spPr>
          <a:xfrm>
            <a:off x="3201749" y="1946998"/>
            <a:ext cx="0" cy="23400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90C12A9-DD1D-87FA-3566-CBF2BFE9B888}"/>
              </a:ext>
            </a:extLst>
          </p:cNvPr>
          <p:cNvCxnSpPr>
            <a:endCxn id="7" idx="1"/>
          </p:cNvCxnSpPr>
          <p:nvPr/>
        </p:nvCxnSpPr>
        <p:spPr>
          <a:xfrm>
            <a:off x="2152481" y="1392255"/>
            <a:ext cx="3857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7B10A54-103B-E582-856F-2D9EFDFF8C1F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152481" y="2882962"/>
            <a:ext cx="3857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9BA8915-8808-AE78-D271-6BBF59EE6CB2}"/>
              </a:ext>
            </a:extLst>
          </p:cNvPr>
          <p:cNvCxnSpPr>
            <a:cxnSpLocks/>
          </p:cNvCxnSpPr>
          <p:nvPr/>
        </p:nvCxnSpPr>
        <p:spPr>
          <a:xfrm>
            <a:off x="2669023" y="1794082"/>
            <a:ext cx="3843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9AB74C9-A17B-9811-0CB0-1064C86DC5ED}"/>
              </a:ext>
            </a:extLst>
          </p:cNvPr>
          <p:cNvCxnSpPr>
            <a:cxnSpLocks/>
          </p:cNvCxnSpPr>
          <p:nvPr/>
        </p:nvCxnSpPr>
        <p:spPr>
          <a:xfrm>
            <a:off x="2669023" y="2541341"/>
            <a:ext cx="3843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38A9156-DC6E-701E-6427-A9CED516C7F0}"/>
              </a:ext>
            </a:extLst>
          </p:cNvPr>
          <p:cNvCxnSpPr>
            <a:cxnSpLocks/>
          </p:cNvCxnSpPr>
          <p:nvPr/>
        </p:nvCxnSpPr>
        <p:spPr>
          <a:xfrm>
            <a:off x="3201749" y="2176979"/>
            <a:ext cx="3668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D724E79A-4F83-6A61-06E8-0E52C10019F4}"/>
              </a:ext>
            </a:extLst>
          </p:cNvPr>
          <p:cNvSpPr txBox="1"/>
          <p:nvPr/>
        </p:nvSpPr>
        <p:spPr>
          <a:xfrm>
            <a:off x="2023009" y="302638"/>
            <a:ext cx="6140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u="sng" dirty="0" err="1"/>
              <a:t>part</a:t>
            </a:r>
            <a:r>
              <a:rPr lang="de-DE" sz="2400" b="1" u="sng" dirty="0"/>
              <a:t> in </a:t>
            </a:r>
            <a:r>
              <a:rPr lang="de-DE" sz="2400" b="1" u="sng" dirty="0" err="1"/>
              <a:t>spread</a:t>
            </a:r>
            <a:r>
              <a:rPr lang="de-DE" sz="2400" b="1" u="sng" dirty="0"/>
              <a:t> </a:t>
            </a:r>
            <a:r>
              <a:rPr lang="de-DE" sz="2400" b="1" u="sng" dirty="0" err="1"/>
              <a:t>sheat</a:t>
            </a:r>
            <a:r>
              <a:rPr lang="de-DE" sz="2400" b="1" u="sng" dirty="0"/>
              <a:t> </a:t>
            </a:r>
            <a:r>
              <a:rPr lang="de-DE" sz="2400" b="1" u="sng" dirty="0">
                <a:sym typeface="Wingdings" panose="05000000000000000000" pitchFamily="2" charset="2"/>
              </a:rPr>
              <a:t> </a:t>
            </a:r>
            <a:r>
              <a:rPr lang="de-DE" sz="2400" b="1" u="sng" dirty="0" err="1">
                <a:sym typeface="Wingdings" panose="05000000000000000000" pitchFamily="2" charset="2"/>
              </a:rPr>
              <a:t>font</a:t>
            </a:r>
            <a:r>
              <a:rPr lang="de-DE" sz="2400" b="1" u="sng" dirty="0">
                <a:sym typeface="Wingdings" panose="05000000000000000000" pitchFamily="2" charset="2"/>
              </a:rPr>
              <a:t> style</a:t>
            </a:r>
            <a:endParaRPr lang="de-DE" sz="2400" b="1" u="sng" dirty="0"/>
          </a:p>
        </p:txBody>
      </p:sp>
    </p:spTree>
    <p:extLst>
      <p:ext uri="{BB962C8B-B14F-4D97-AF65-F5344CB8AC3E}">
        <p14:creationId xmlns:p14="http://schemas.microsoft.com/office/powerpoint/2010/main" val="2624661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Wingdings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2026-01-28T09:28:16Z</dcterms:created>
  <dcterms:modified xsi:type="dcterms:W3CDTF">2026-01-28T10:41:32Z</dcterms:modified>
</cp:coreProperties>
</file>